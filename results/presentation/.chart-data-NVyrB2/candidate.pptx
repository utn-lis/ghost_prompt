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23a40ac1d4431f" /><Relationship Type="http://schemas.openxmlformats.org/officeDocument/2006/relationships/extended-properties" Target="/docProps/app.xml" Id="Rf43197036fb24678" /><Relationship Type="http://schemas.openxmlformats.org/officeDocument/2006/relationships/officeDocument" Target="/ppt/presentation.xml" Id="R29b0e58640754f5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ec3d51b1aea4c21"/>
  </p:sldMasterIdLst>
  <p:notesMasterIdLst>
    <p:notesMasterId xmlns:r="http://schemas.openxmlformats.org/officeDocument/2006/relationships" r:id="R500e871d7f424871"/>
  </p:notesMasterIdLst>
  <p:sldIdLst>
    <p:sldId xmlns:r="http://schemas.openxmlformats.org/officeDocument/2006/relationships" id="256" r:id="Rc41ed23beca442d6"/>
    <p:sldId xmlns:r="http://schemas.openxmlformats.org/officeDocument/2006/relationships" id="257" r:id="Rd4233d6958d04a5d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a574f2f7b75a47a0"/>
      <p:bold xmlns:r="http://schemas.openxmlformats.org/officeDocument/2006/relationships" r:id="R39fd671b6e5d49b6"/>
      <p:italic xmlns:r="http://schemas.openxmlformats.org/officeDocument/2006/relationships" r:id="Rf5b0e54759884701"/>
      <p:boldItalic xmlns:r="http://schemas.openxmlformats.org/officeDocument/2006/relationships" r:id="R0d8fb7315b8b414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afbf6e2dcd4a0d" /><Relationship Type="http://schemas.openxmlformats.org/officeDocument/2006/relationships/slideMaster" Target="/ppt/slideMasters/slideMaster1.xml" Id="Rbec3d51b1aea4c21" /><Relationship Type="http://schemas.openxmlformats.org/officeDocument/2006/relationships/notesMaster" Target="/ppt/notesMasters/notesMaster1.xml" Id="R500e871d7f424871" /><Relationship Type="http://schemas.openxmlformats.org/officeDocument/2006/relationships/presProps" Target="/ppt/presProps.xml" Id="Rea27d7c70b2943cd" /><Relationship Type="http://schemas.openxmlformats.org/officeDocument/2006/relationships/viewProps" Target="/ppt/viewProps.xml" Id="Rb97624dc64a84919" /><Relationship Type="http://schemas.openxmlformats.org/officeDocument/2006/relationships/tableStyles" Target="/ppt/tableStyles.xml" Id="Ref694c979bd84e7e" /><Relationship Type="http://schemas.openxmlformats.org/officeDocument/2006/relationships/font" Target="/ppt/fonts/font.dat" Id="Ra574f2f7b75a47a0" /><Relationship Type="http://schemas.openxmlformats.org/officeDocument/2006/relationships/font" Target="/ppt/fonts/font2.dat" Id="R39fd671b6e5d49b6" /><Relationship Type="http://schemas.openxmlformats.org/officeDocument/2006/relationships/font" Target="/ppt/fonts/font3.dat" Id="Rf5b0e54759884701" /><Relationship Type="http://schemas.openxmlformats.org/officeDocument/2006/relationships/font" Target="/ppt/fonts/font4.dat" Id="R0d8fb7315b8b414f" /><Relationship Type="http://schemas.openxmlformats.org/officeDocument/2006/relationships/slide" Target="/ppt/slides/slide1.xml" Id="Rc41ed23beca442d6" /><Relationship Type="http://schemas.openxmlformats.org/officeDocument/2006/relationships/slide" Target="/ppt/slides/slide2.xml" Id="Rd4233d6958d04a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aeda7a6d9540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11e4a6f3a54f4c" /><Relationship Type="http://schemas.openxmlformats.org/officeDocument/2006/relationships/notesMaster" Target="/ppt/notesMasters/notesMaster1.xml" Id="Reabbbc682a3444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5bb1adfc724086" /><Relationship Type="http://schemas.openxmlformats.org/officeDocument/2006/relationships/notesMaster" Target="/ppt/notesMasters/notesMaster1.xml" Id="R6cd891649f8c48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Modelo: Qwen/Qwen2.5-Coder-7B-Instruct. Se conserva el prefijo, se fuerza top-2 en una posición y se continúa greedy. Lookahead de 12 tokens incluyendo la decisión forzada. El lookahead sirve para ordenar y no determina éxito. Imagen esquemática generada con la herramienta integrada de imágenes. Fuente: experiments-2.ipynb del usuario y pestaña Metodología de https://docs.google.com/spreadsheets/d/1M5npFrFTIBJVB8QdpX9CXVhdMSO4l4Apd48I37OHDeE/edit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pestañas Resumen, Presupuesto y Metodología de https://docs.google.com/spreadsheets/d/1M5npFrFTIBJVB8QdpX9CXVhdMSO4l4Apd48I37OHDeE/edit . Consulta 7 septiembre 2026. 20 problemas fallidos con baseline greedy. Con k=5: semántico 10/20, entropía 10/20, margen 10/20 y aleatorio 6/20. Resultado preliminar, no afirmación de significancia. Con k=1: semántico 5, entropía 8, margen 6, azar 4. No se ejecutó HumanEval+. Igual número de ramas no implica igual costo total. HumanEval/26 excluido por desarrollo.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55b2caef54a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0ef3b60b545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10d16777842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f2e6012cc4c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daf65b12743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c85d4e22746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438e3a92c4d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05b17b0cc4cf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205790cfeb4988" /><Relationship Type="http://schemas.openxmlformats.org/officeDocument/2006/relationships/slideLayout" Target="/ppt/slideLayouts/slideLayout1.xml" Id="R4e5a7f52e0084e51" /><Relationship Type="http://schemas.openxmlformats.org/officeDocument/2006/relationships/slideLayout" Target="/ppt/slideLayouts/slideLayout2.xml" Id="R185c5cee7f6b4797" /><Relationship Type="http://schemas.openxmlformats.org/officeDocument/2006/relationships/slideLayout" Target="/ppt/slideLayouts/slideLayout3.xml" Id="R193a2a5efef64d1f" /><Relationship Type="http://schemas.openxmlformats.org/officeDocument/2006/relationships/slideLayout" Target="/ppt/slideLayouts/slideLayout4.xml" Id="R4ee55858c420417b" /><Relationship Type="http://schemas.openxmlformats.org/officeDocument/2006/relationships/slideLayout" Target="/ppt/slideLayouts/slideLayout5.xml" Id="Rac46dc97d1bd46d5" /><Relationship Type="http://schemas.openxmlformats.org/officeDocument/2006/relationships/slideLayout" Target="/ppt/slideLayouts/slideLayout6.xml" Id="R983f96ab6cd146b7" /><Relationship Type="http://schemas.openxmlformats.org/officeDocument/2006/relationships/slideLayout" Target="/ppt/slideLayouts/slideLayout7.xml" Id="Rd4e49be6653f415d" /><Relationship Type="http://schemas.openxmlformats.org/officeDocument/2006/relationships/slideLayout" Target="/ppt/slideLayouts/slideLayout8.xml" Id="R9521464f50a444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5a7f52e0084e51"/>
    <p:sldLayoutId xmlns:r="http://schemas.openxmlformats.org/officeDocument/2006/relationships" id="2147483650" r:id="R185c5cee7f6b4797"/>
    <p:sldLayoutId xmlns:r="http://schemas.openxmlformats.org/officeDocument/2006/relationships" id="2147483651" r:id="R193a2a5efef64d1f"/>
    <p:sldLayoutId xmlns:r="http://schemas.openxmlformats.org/officeDocument/2006/relationships" id="2147483652" r:id="R4ee55858c420417b"/>
    <p:sldLayoutId xmlns:r="http://schemas.openxmlformats.org/officeDocument/2006/relationships" id="2147483653" r:id="Rac46dc97d1bd46d5"/>
    <p:sldLayoutId xmlns:r="http://schemas.openxmlformats.org/officeDocument/2006/relationships" id="2147483654" r:id="R983f96ab6cd146b7"/>
    <p:sldLayoutId xmlns:r="http://schemas.openxmlformats.org/officeDocument/2006/relationships" id="2147483655" r:id="Rd4e49be6653f415d"/>
    <p:sldLayoutId xmlns:r="http://schemas.openxmlformats.org/officeDocument/2006/relationships" id="2147483656" r:id="R9521464f50a444c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fa08181e854b29" /><Relationship Type="http://schemas.openxmlformats.org/officeDocument/2006/relationships/image" Target="/ppt/media/image.png" Id="Re69069b4bc164935" /><Relationship Type="http://schemas.openxmlformats.org/officeDocument/2006/relationships/notesSlide" Target="/ppt/notesSlides/notesSlide1.xml" Id="R83564897d9a048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da410bff034b8a" /><Relationship Type="http://schemas.openxmlformats.org/officeDocument/2006/relationships/chart" Target="/ppt/slides/charts/chart1.xml" Id="Rd2a8660772484d9c" /><Relationship Type="http://schemas.openxmlformats.org/officeDocument/2006/relationships/notesSlide" Target="/ppt/notesSlides/notesSlide2.xml" Id="Raaec6f8b04944f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Problemas recuperados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Aleatorio</c:v>
                </c:pt>
                <c:pt idx="1">
                  <c:v>Semántico</c:v>
                </c:pt>
                <c:pt idx="2">
                  <c:v>Entropía</c:v>
                </c:pt>
                <c:pt idx="3">
                  <c:v>Margen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069b4bc164935"/>
          <a:stretch xmlns:a="http://schemas.openxmlformats.org/drawingml/2006/main"/>
        </p:blipFill>
        <p:spPr>
          <a:xfrm xmlns:a="http://schemas.openxmlformats.org/drawingml/2006/main">
            <a:off x="1094114" y="1714500"/>
            <a:ext cx="10003772" cy="4000500"/>
          </a:xfrm>
          <a:prstGeom xmlns:a="http://schemas.openxmlformats.org/drawingml/2006/main" prst="rect">
            <a:avLst/>
          </a:prstGeom>
        </p:spPr>
      </p:pic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40ABA3B-0F15-42C1-AE6C-7FA69F55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1141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Conservar el prefijo, cambiar una decisión, continuar.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C67EE53-391C-4CF5-A49A-E1BC8D16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00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Matías Adolfo Koroch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1BA705D-A081-4284-B2FE-E134C60E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29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Esquema del método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52B4A18-4BAE-46E4-9F97-CBC36742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9675"/>
            <a:ext cx="1141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Generaciones inicialmente fallidas · Hasta 5 ramas completas por problema</a:t>
            </a:r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a8660772484d9c"/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EB765DF-244A-49EE-B0ED-90F76FF6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29225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El selector semántico supera al azar en esta muestra,</a:t>
            </a:r>
          </a:p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pero empata con entropía y margen.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29FC984-692C-4F9B-BE82-FBD4C0F0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67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Tests base de HumanEval. Pendiente: HumanEval+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2026-09-07T19:22:48.7410000Z</dcterms:created>
  <dcterms:modified xsi:type="dcterms:W3CDTF">2026-09-07T19:22:48.7410000Z</dcterms:modified>
</coreProperties>
</file>