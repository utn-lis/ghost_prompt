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b52d12d7164f66" /><Relationship Type="http://schemas.openxmlformats.org/officeDocument/2006/relationships/extended-properties" Target="/docProps/app.xml" Id="Ra3f3658791504d2f" /><Relationship Type="http://schemas.openxmlformats.org/officeDocument/2006/relationships/officeDocument" Target="/ppt/presentation.xml" Id="Rfad741a3380847c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21a97d458a6453d"/>
  </p:sldMasterIdLst>
  <p:notesMasterIdLst>
    <p:notesMasterId xmlns:r="http://schemas.openxmlformats.org/officeDocument/2006/relationships" r:id="R13dce2f0a6ec4355"/>
  </p:notesMasterIdLst>
  <p:sldIdLst>
    <p:sldId xmlns:r="http://schemas.openxmlformats.org/officeDocument/2006/relationships" id="256" r:id="Rf1f122cc23564b60"/>
    <p:sldId xmlns:r="http://schemas.openxmlformats.org/officeDocument/2006/relationships" id="257" r:id="R80efa5cf43624559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83f817f7d78b4772"/>
      <p:bold xmlns:r="http://schemas.openxmlformats.org/officeDocument/2006/relationships" r:id="R03f7babf68d844b2"/>
      <p:italic xmlns:r="http://schemas.openxmlformats.org/officeDocument/2006/relationships" r:id="Rcfd74f5848f549d8"/>
      <p:boldItalic xmlns:r="http://schemas.openxmlformats.org/officeDocument/2006/relationships" r:id="Redb5918176b44d0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21828f7dc2418a" /><Relationship Type="http://schemas.openxmlformats.org/officeDocument/2006/relationships/slideMaster" Target="/ppt/slideMasters/slideMaster1.xml" Id="R921a97d458a6453d" /><Relationship Type="http://schemas.openxmlformats.org/officeDocument/2006/relationships/notesMaster" Target="/ppt/notesMasters/notesMaster1.xml" Id="R13dce2f0a6ec4355" /><Relationship Type="http://schemas.openxmlformats.org/officeDocument/2006/relationships/presProps" Target="/ppt/presProps.xml" Id="R301b844f59174fe9" /><Relationship Type="http://schemas.openxmlformats.org/officeDocument/2006/relationships/viewProps" Target="/ppt/viewProps.xml" Id="R79dc86ec1ea14368" /><Relationship Type="http://schemas.openxmlformats.org/officeDocument/2006/relationships/tableStyles" Target="/ppt/tableStyles.xml" Id="Rdbd54e1e580849a2" /><Relationship Type="http://schemas.openxmlformats.org/officeDocument/2006/relationships/font" Target="/ppt/fonts/font.dat" Id="R83f817f7d78b4772" /><Relationship Type="http://schemas.openxmlformats.org/officeDocument/2006/relationships/font" Target="/ppt/fonts/font2.dat" Id="R03f7babf68d844b2" /><Relationship Type="http://schemas.openxmlformats.org/officeDocument/2006/relationships/font" Target="/ppt/fonts/font3.dat" Id="Rcfd74f5848f549d8" /><Relationship Type="http://schemas.openxmlformats.org/officeDocument/2006/relationships/font" Target="/ppt/fonts/font4.dat" Id="Redb5918176b44d03" /><Relationship Type="http://schemas.openxmlformats.org/officeDocument/2006/relationships/slide" Target="/ppt/slides/slide1.xml" Id="Rf1f122cc23564b60" /><Relationship Type="http://schemas.openxmlformats.org/officeDocument/2006/relationships/slide" Target="/ppt/slides/slide2.xml" Id="R80efa5cf4362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9e726834b949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720b2e549a44ae" /><Relationship Type="http://schemas.openxmlformats.org/officeDocument/2006/relationships/notesMaster" Target="/ppt/notesMasters/notesMaster1.xml" Id="R97cea769dcdc4d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b14e79ce241db" /><Relationship Type="http://schemas.openxmlformats.org/officeDocument/2006/relationships/notesMaster" Target="/ppt/notesMasters/notesMaster1.xml" Id="R9fbd0b84ab1d44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Modelo: Qwen/Qwen2.5-Coder-7B-Instruct. Se conserva el prefijo, se fuerza top-2 en una posición y se continúa greedy. Lookahead de 12 tokens incluyendo la decisión forzada. El lookahead sirve para ordenar y no determina éxito. Imagen esquemática generada con la herramienta integrada de imágenes. Fuente: experiments-2.ipynb del usuario y pestaña Metodología de https://docs.google.com/spreadsheets/d/1M5npFrFTIBJVB8QdpX9CXVhdMSO4l4Apd48I37OHDeE/edit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pestañas Resumen, Presupuesto y Metodología de https://docs.google.com/spreadsheets/d/1M5npFrFTIBJVB8QdpX9CXVhdMSO4l4Apd48I37OHDeE/edit . Consulta 7 septiembre 2026. 20 problemas fallidos con baseline greedy. Con k=5: semántico 10/20, entropía 10/20, margen 10/20 y aleatorio 6/20. Resultado preliminar, no afirmación de significancia. Con k=1: semántico 5, entropía 8, margen 6, azar 4. No se ejecutó HumanEval+. Igual número de ramas no implica igual costo total. HumanEval/26 excluido por desarrollo.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9a3dab8f744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4d2754e7240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d64ad45a34b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975e853164b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64e9d518046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84546621b46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014afc09d4b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cc524133141c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18c8df5b8f400a" /><Relationship Type="http://schemas.openxmlformats.org/officeDocument/2006/relationships/slideLayout" Target="/ppt/slideLayouts/slideLayout1.xml" Id="Rf089a7fb315549f3" /><Relationship Type="http://schemas.openxmlformats.org/officeDocument/2006/relationships/slideLayout" Target="/ppt/slideLayouts/slideLayout2.xml" Id="Ra93c724a0a2f4da3" /><Relationship Type="http://schemas.openxmlformats.org/officeDocument/2006/relationships/slideLayout" Target="/ppt/slideLayouts/slideLayout3.xml" Id="Rc55407d9e5b2449b" /><Relationship Type="http://schemas.openxmlformats.org/officeDocument/2006/relationships/slideLayout" Target="/ppt/slideLayouts/slideLayout4.xml" Id="R50809cfe6be54a6d" /><Relationship Type="http://schemas.openxmlformats.org/officeDocument/2006/relationships/slideLayout" Target="/ppt/slideLayouts/slideLayout5.xml" Id="R5bb240186cb94c80" /><Relationship Type="http://schemas.openxmlformats.org/officeDocument/2006/relationships/slideLayout" Target="/ppt/slideLayouts/slideLayout6.xml" Id="R7499aec8e50f4c97" /><Relationship Type="http://schemas.openxmlformats.org/officeDocument/2006/relationships/slideLayout" Target="/ppt/slideLayouts/slideLayout7.xml" Id="Rbbe7b9ce1d8f43b0" /><Relationship Type="http://schemas.openxmlformats.org/officeDocument/2006/relationships/slideLayout" Target="/ppt/slideLayouts/slideLayout8.xml" Id="Rb4c25b0611ac41d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89a7fb315549f3"/>
    <p:sldLayoutId xmlns:r="http://schemas.openxmlformats.org/officeDocument/2006/relationships" id="2147483650" r:id="Ra93c724a0a2f4da3"/>
    <p:sldLayoutId xmlns:r="http://schemas.openxmlformats.org/officeDocument/2006/relationships" id="2147483651" r:id="Rc55407d9e5b2449b"/>
    <p:sldLayoutId xmlns:r="http://schemas.openxmlformats.org/officeDocument/2006/relationships" id="2147483652" r:id="R50809cfe6be54a6d"/>
    <p:sldLayoutId xmlns:r="http://schemas.openxmlformats.org/officeDocument/2006/relationships" id="2147483653" r:id="R5bb240186cb94c80"/>
    <p:sldLayoutId xmlns:r="http://schemas.openxmlformats.org/officeDocument/2006/relationships" id="2147483654" r:id="R7499aec8e50f4c97"/>
    <p:sldLayoutId xmlns:r="http://schemas.openxmlformats.org/officeDocument/2006/relationships" id="2147483655" r:id="Rbbe7b9ce1d8f43b0"/>
    <p:sldLayoutId xmlns:r="http://schemas.openxmlformats.org/officeDocument/2006/relationships" id="2147483656" r:id="Rb4c25b0611ac41d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b259da512f4730" /><Relationship Type="http://schemas.openxmlformats.org/officeDocument/2006/relationships/image" Target="/ppt/media/image.png" Id="R615214fc56d7447f" /><Relationship Type="http://schemas.openxmlformats.org/officeDocument/2006/relationships/notesSlide" Target="/ppt/notesSlides/notesSlide1.xml" Id="Rbb38c5f5c5da4e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8c27dfaaee4b18" /><Relationship Type="http://schemas.openxmlformats.org/officeDocument/2006/relationships/chart" Target="/ppt/slides/charts/chart1.xml" Id="R54e05e3118a14898" /><Relationship Type="http://schemas.openxmlformats.org/officeDocument/2006/relationships/notesSlide" Target="/ppt/notesSlides/notesSlide2.xml" Id="Red486f3afa044d5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Problemas recuperados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Aleatorio</c:v>
              </c:pt>
              <c:pt idx="1">
                <c:v>Semántico</c:v>
              </c:pt>
              <c:pt idx="2">
                <c:v>Entropía</c:v>
              </c:pt>
              <c:pt idx="3">
                <c:v>Margen</c:v>
              </c:pt>
            </c:strLit>
          </c:cat>
          <c:val>
            <c:numLit>
              <c:formatCode>General</c:formatCode>
              <c:ptCount val="4"/>
              <c:pt idx="0">
                <c:v>6</c:v>
              </c:pt>
              <c:pt idx="1">
                <c:v>10</c:v>
              </c:pt>
              <c:pt idx="2">
                <c:v>10</c:v>
              </c:pt>
              <c:pt idx="3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50B50460-11E7-4720-B9A5-3FA27A48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¿Y si elegimos el segundo token?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214fc56d7447f"/>
          <a:stretch xmlns:a="http://schemas.openxmlformats.org/drawingml/2006/main"/>
        </p:blipFill>
        <p:spPr>
          <a:xfrm xmlns:a="http://schemas.openxmlformats.org/drawingml/2006/main">
            <a:off x="1094114" y="1714500"/>
            <a:ext cx="10003772" cy="400050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2A21B0F-6F1F-4093-AC2F-FDA626D0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1141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Conservar el prefijo, cambiar una decisión, continuar.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D478C48-0815-41BF-B47C-9EFD1ED1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00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Matías Adolfo Koroch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92BB3D5-072C-4C04-BA4F-7824A315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293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Esquema del método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0A908AB2-6F0A-461E-A9EE-DBD752ED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Recuperación en 20 problemas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237BF6DC-7DE3-451A-BE7C-0A82DA10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9675"/>
            <a:ext cx="11410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Generaciones inicialmente fallidas · Hasta 5 ramas completas por problema</a:t>
            </a:r>
          </a:p>
        </p:txBody>
      </p:sp>
      <p:graphicFrame>
        <p:nvGraphicFramePr>
          <p:cNvPr id="541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10668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e05e3118a14898"/>
          </a:graphicData>
        </a:graphic>
      </p:graphicFrame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ACCB385-FEC0-4FB9-84E9-D18A8ABB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29225"/>
            <a:ext cx="11410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El selector semántico supera al azar en esta muestra,</a:t>
            </a:r>
          </a:p>
          <a:p xmlns:a="http://schemas.openxmlformats.org/drawingml/2006/main">
            <a:pPr>
              <a:def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264F"/>
                </a:solidFill>
                <a:latin typeface="Helvetica Neue"/>
                <a:ea typeface="Helvetica Neue"/>
                <a:cs typeface="Helvetica Neue"/>
              </a:rPr>
              <a:t>pero empata con entropía y margen.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AB7D6C3-F2E4-4806-8195-49F2FF70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67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Tests base de HumanEval. Pendiente: HumanEval+ y costo total.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2026-09-07T19:24:00.7940000Z</dcterms:created>
  <dcterms:modified xsi:type="dcterms:W3CDTF">2026-09-07T19:24:00.7940000Z</dcterms:modified>
</coreProperties>
</file>