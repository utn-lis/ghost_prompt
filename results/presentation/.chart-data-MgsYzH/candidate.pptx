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fcbe7b96a9441e" /><Relationship Type="http://schemas.openxmlformats.org/officeDocument/2006/relationships/extended-properties" Target="/docProps/app.xml" Id="R150a180d2a094d68" /><Relationship Type="http://schemas.openxmlformats.org/officeDocument/2006/relationships/officeDocument" Target="/ppt/presentation.xml" Id="Rc861a6e0be684ef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64c3454f7e443be"/>
  </p:sldMasterIdLst>
  <p:notesMasterIdLst>
    <p:notesMasterId xmlns:r="http://schemas.openxmlformats.org/officeDocument/2006/relationships" r:id="Rdf5420dad4464c40"/>
  </p:notesMasterIdLst>
  <p:sldIdLst>
    <p:sldId xmlns:r="http://schemas.openxmlformats.org/officeDocument/2006/relationships" id="256" r:id="Rf04ee2242e444efe"/>
    <p:sldId xmlns:r="http://schemas.openxmlformats.org/officeDocument/2006/relationships" id="257" r:id="R8f95dadc4e9e4726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890f5d4c5e0440cd"/>
      <p:bold xmlns:r="http://schemas.openxmlformats.org/officeDocument/2006/relationships" r:id="Ra8e042946fc34521"/>
      <p:italic xmlns:r="http://schemas.openxmlformats.org/officeDocument/2006/relationships" r:id="R4e59d00e0f6543a1"/>
      <p:boldItalic xmlns:r="http://schemas.openxmlformats.org/officeDocument/2006/relationships" r:id="Rfeba325632484c4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a8b2e86ace495a" /><Relationship Type="http://schemas.openxmlformats.org/officeDocument/2006/relationships/slideMaster" Target="/ppt/slideMasters/slideMaster1.xml" Id="R864c3454f7e443be" /><Relationship Type="http://schemas.openxmlformats.org/officeDocument/2006/relationships/notesMaster" Target="/ppt/notesMasters/notesMaster1.xml" Id="Rdf5420dad4464c40" /><Relationship Type="http://schemas.openxmlformats.org/officeDocument/2006/relationships/presProps" Target="/ppt/presProps.xml" Id="Rd3fcd95d1ac14dc5" /><Relationship Type="http://schemas.openxmlformats.org/officeDocument/2006/relationships/viewProps" Target="/ppt/viewProps.xml" Id="R441c0a4858d24b9c" /><Relationship Type="http://schemas.openxmlformats.org/officeDocument/2006/relationships/tableStyles" Target="/ppt/tableStyles.xml" Id="Re03880cd18904d27" /><Relationship Type="http://schemas.openxmlformats.org/officeDocument/2006/relationships/font" Target="/ppt/fonts/font.dat" Id="R890f5d4c5e0440cd" /><Relationship Type="http://schemas.openxmlformats.org/officeDocument/2006/relationships/font" Target="/ppt/fonts/font2.dat" Id="Ra8e042946fc34521" /><Relationship Type="http://schemas.openxmlformats.org/officeDocument/2006/relationships/font" Target="/ppt/fonts/font3.dat" Id="R4e59d00e0f6543a1" /><Relationship Type="http://schemas.openxmlformats.org/officeDocument/2006/relationships/font" Target="/ppt/fonts/font4.dat" Id="Rfeba325632484c4d" /><Relationship Type="http://schemas.openxmlformats.org/officeDocument/2006/relationships/slide" Target="/ppt/slides/slide1.xml" Id="Rf04ee2242e444efe" /><Relationship Type="http://schemas.openxmlformats.org/officeDocument/2006/relationships/slide" Target="/ppt/slides/slide2.xml" Id="R8f95dadc4e9e47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5543e5925649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62081334c74418" /><Relationship Type="http://schemas.openxmlformats.org/officeDocument/2006/relationships/notesMaster" Target="/ppt/notesMasters/notesMaster1.xml" Id="R44bd8e9d2b6747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27e26e286c4685" /><Relationship Type="http://schemas.openxmlformats.org/officeDocument/2006/relationships/notesMaster" Target="/ppt/notesMasters/notesMaster1.xml" Id="R03dea8c1834448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Modelo: Qwen/Qwen2.5-Coder-7B-Instruct. Se conserva el prefijo, se fuerza top-2 en una posición y se continúa greedy. Lookahead de 12 tokens incluyendo la decisión forzada. El lookahead sirve para ordenar y no determina éxito. Imagen esquemática generada con la herramienta integrada de imágenes. Fuente: experiments-2.ipynb del usuario y pestaña Metodología de https://docs.google.com/spreadsheets/d/1M5npFrFTIBJVB8QdpX9CXVhdMSO4l4Apd48I37OHDeE/edit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Fuente: pestañas Resumen, Presupuesto y Metodología de https://docs.google.com/spreadsheets/d/1M5npFrFTIBJVB8QdpX9CXVhdMSO4l4Apd48I37OHDeE/edit . Consulta 7 septiembre 2026. 20 problemas fallidos con baseline greedy. Con k=5: semántico 10/20, entropía 10/20, margen 10/20 y aleatorio 6/20. Resultado preliminar, no afirmación de significancia. Con k=1: semántico 5, entropía 8, margen 6, azar 4. No se ejecutó HumanEval+. Igual número de ramas no implica igual costo total. HumanEval/26 excluido por desarrollo.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87e2a3616345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f433972ed47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7edac59f9542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cb45bec124a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79cd86ca4247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0f5e0464fd440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e37927acd4ca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70a28a8f624fb5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544f39fbbd431b" /><Relationship Type="http://schemas.openxmlformats.org/officeDocument/2006/relationships/slideLayout" Target="/ppt/slideLayouts/slideLayout1.xml" Id="Rf40898914c8340e0" /><Relationship Type="http://schemas.openxmlformats.org/officeDocument/2006/relationships/slideLayout" Target="/ppt/slideLayouts/slideLayout2.xml" Id="R14705462791e4f26" /><Relationship Type="http://schemas.openxmlformats.org/officeDocument/2006/relationships/slideLayout" Target="/ppt/slideLayouts/slideLayout3.xml" Id="R69af2b75e5b34f23" /><Relationship Type="http://schemas.openxmlformats.org/officeDocument/2006/relationships/slideLayout" Target="/ppt/slideLayouts/slideLayout4.xml" Id="R1ade35efaa644f8a" /><Relationship Type="http://schemas.openxmlformats.org/officeDocument/2006/relationships/slideLayout" Target="/ppt/slideLayouts/slideLayout5.xml" Id="Rbb7f62603f4b4240" /><Relationship Type="http://schemas.openxmlformats.org/officeDocument/2006/relationships/slideLayout" Target="/ppt/slideLayouts/slideLayout6.xml" Id="R7b8a6a875c754648" /><Relationship Type="http://schemas.openxmlformats.org/officeDocument/2006/relationships/slideLayout" Target="/ppt/slideLayouts/slideLayout7.xml" Id="R30e0fd9a611242e2" /><Relationship Type="http://schemas.openxmlformats.org/officeDocument/2006/relationships/slideLayout" Target="/ppt/slideLayouts/slideLayout8.xml" Id="Rfd4dcdf3de45441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0898914c8340e0"/>
    <p:sldLayoutId xmlns:r="http://schemas.openxmlformats.org/officeDocument/2006/relationships" id="2147483650" r:id="R14705462791e4f26"/>
    <p:sldLayoutId xmlns:r="http://schemas.openxmlformats.org/officeDocument/2006/relationships" id="2147483651" r:id="R69af2b75e5b34f23"/>
    <p:sldLayoutId xmlns:r="http://schemas.openxmlformats.org/officeDocument/2006/relationships" id="2147483652" r:id="R1ade35efaa644f8a"/>
    <p:sldLayoutId xmlns:r="http://schemas.openxmlformats.org/officeDocument/2006/relationships" id="2147483653" r:id="Rbb7f62603f4b4240"/>
    <p:sldLayoutId xmlns:r="http://schemas.openxmlformats.org/officeDocument/2006/relationships" id="2147483654" r:id="R7b8a6a875c754648"/>
    <p:sldLayoutId xmlns:r="http://schemas.openxmlformats.org/officeDocument/2006/relationships" id="2147483655" r:id="R30e0fd9a611242e2"/>
    <p:sldLayoutId xmlns:r="http://schemas.openxmlformats.org/officeDocument/2006/relationships" id="2147483656" r:id="Rfd4dcdf3de45441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eae442426a4574" /><Relationship Type="http://schemas.openxmlformats.org/officeDocument/2006/relationships/image" Target="/ppt/media/image.png" Id="R9e8b03523f534ade" /><Relationship Type="http://schemas.openxmlformats.org/officeDocument/2006/relationships/notesSlide" Target="/ppt/notesSlides/notesSlide1.xml" Id="R2fdcacea8f7f47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bb74b69dcf4550" /><Relationship Type="http://schemas.openxmlformats.org/officeDocument/2006/relationships/chart" Target="/ppt/slides/charts/chart1.xml" Id="R78c015e75b0e4fe4" /><Relationship Type="http://schemas.openxmlformats.org/officeDocument/2006/relationships/notesSlide" Target="/ppt/notesSlides/notesSlide2.xml" Id="Ra18ec88855564e3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Problemas recuperados</c:v>
          </c:tx>
          <c:spPr>
            <a:solidFill xmlns:a="http://schemas.openxmlformats.org/drawingml/2006/main">
              <a:srgbClr val="3D8DFF"/>
            </a:solidFill>
          </c:spPr>
          <c:cat>
            <c:strRef>
              <c:f>'Chart Data'!$A$2:$A$5</c:f>
              <c:strCache>
                <c:ptCount val="4"/>
                <c:pt idx="0">
                  <c:v>Aleatorio</c:v>
                </c:pt>
                <c:pt idx="1">
                  <c:v>Semántico</c:v>
                </c:pt>
                <c:pt idx="2">
                  <c:v>Entropía</c:v>
                </c:pt>
                <c:pt idx="3">
                  <c:v>Margen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  <a:endParaRPr/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0BDCE6F4-FB33-4896-B00B-5A5F6FE0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¿Y si elegimos el segundo token?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b03523f534ade"/>
          <a:stretch xmlns:a="http://schemas.openxmlformats.org/drawingml/2006/main"/>
        </p:blipFill>
        <p:spPr>
          <a:xfrm xmlns:a="http://schemas.openxmlformats.org/drawingml/2006/main">
            <a:off x="1094114" y="1714500"/>
            <a:ext cx="10003772" cy="400050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545F98F-A65D-426E-BABB-BFBA0838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1141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Conservar el prefijo, cambiar una decisión, continuar.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0E85A48-E318-4508-BD88-5A9CCE0F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007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Matías Adolfo Koroch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D1D27A0-7AC8-430D-B95C-BA538FD5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293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Esquema del método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89AF3628-7CF2-4A79-8223-D305D225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Recuperación en 20 problemas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6295E93-D11B-47C4-A6AF-74239A6D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9675"/>
            <a:ext cx="11410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Generaciones inicialmente fallidas · Hasta 5 ramas completas por problema</a:t>
            </a:r>
          </a:p>
        </p:txBody>
      </p:sp>
      <p:graphicFrame>
        <p:nvGraphicFramePr>
          <p:cNvPr id="541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10668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c015e75b0e4fe4"/>
          </a:graphicData>
        </a:graphic>
      </p:graphicFrame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7280837-0759-4F1C-9BE3-2F44D5A3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29225"/>
            <a:ext cx="11410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El selector semántico supera al azar en esta muestra,</a:t>
            </a:r>
          </a:p>
          <a:p xmlns:a="http://schemas.openxmlformats.org/drawingml/2006/main">
            <a:pPr>
              <a:def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pero empata con entropía y margen.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A46D1F9-4D94-4BFB-A382-819ED0A0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674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Tests base de HumanEval. Pendiente: HumanEval+ y costo total.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2026-09-07T19:23:44.2320000Z</dcterms:created>
  <dcterms:modified xsi:type="dcterms:W3CDTF">2026-09-07T19:23:44.2320000Z</dcterms:modified>
</coreProperties>
</file>