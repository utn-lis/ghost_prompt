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e7208ffca63499c" /><Relationship Type="http://schemas.openxmlformats.org/officeDocument/2006/relationships/extended-properties" Target="/docProps/app.xml" Id="Rd5381b4f228040c9" /><Relationship Type="http://schemas.openxmlformats.org/officeDocument/2006/relationships/officeDocument" Target="/ppt/presentation.xml" Id="R4da56c46838641ba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a8a3805d84014747"/>
  </p:sldMasterIdLst>
  <p:notesMasterIdLst>
    <p:notesMasterId xmlns:r="http://schemas.openxmlformats.org/officeDocument/2006/relationships" r:id="Rf05caae9d04c4a83"/>
  </p:notesMasterIdLst>
  <p:sldIdLst>
    <p:sldId xmlns:r="http://schemas.openxmlformats.org/officeDocument/2006/relationships" id="256" r:id="Rf84dba4c155f472b"/>
    <p:sldId xmlns:r="http://schemas.openxmlformats.org/officeDocument/2006/relationships" id="257" r:id="R63190aa712af474b"/>
  </p:sldIdLst>
  <p:sldSz cx="12192000" cy="6858000"/>
  <p:notesSz cx="6858000" cy="9144000"/>
  <p:embeddedFontLst>
    <p:embeddedFont>
      <p:font typeface="OpenAI Sans"/>
      <p:regular xmlns:r="http://schemas.openxmlformats.org/officeDocument/2006/relationships" r:id="Rd0402ba70f494c42"/>
      <p:bold xmlns:r="http://schemas.openxmlformats.org/officeDocument/2006/relationships" r:id="Rec535ee7fbf4456f"/>
      <p:italic xmlns:r="http://schemas.openxmlformats.org/officeDocument/2006/relationships" r:id="R5b4cc128ab714bdf"/>
      <p:boldItalic xmlns:r="http://schemas.openxmlformats.org/officeDocument/2006/relationships" r:id="Rd46ad3256c9f4ef7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bf9d4bc0ca04aa3" /><Relationship Type="http://schemas.openxmlformats.org/officeDocument/2006/relationships/slideMaster" Target="/ppt/slideMasters/slideMaster1.xml" Id="Ra8a3805d84014747" /><Relationship Type="http://schemas.openxmlformats.org/officeDocument/2006/relationships/notesMaster" Target="/ppt/notesMasters/notesMaster1.xml" Id="Rf05caae9d04c4a83" /><Relationship Type="http://schemas.openxmlformats.org/officeDocument/2006/relationships/presProps" Target="/ppt/presProps.xml" Id="R02e4b49c61ac4973" /><Relationship Type="http://schemas.openxmlformats.org/officeDocument/2006/relationships/viewProps" Target="/ppt/viewProps.xml" Id="R944fe19fcafb4288" /><Relationship Type="http://schemas.openxmlformats.org/officeDocument/2006/relationships/tableStyles" Target="/ppt/tableStyles.xml" Id="R1fea33fd29ae499d" /><Relationship Type="http://schemas.openxmlformats.org/officeDocument/2006/relationships/font" Target="/ppt/fonts/font.dat" Id="Rd0402ba70f494c42" /><Relationship Type="http://schemas.openxmlformats.org/officeDocument/2006/relationships/font" Target="/ppt/fonts/font2.dat" Id="Rec535ee7fbf4456f" /><Relationship Type="http://schemas.openxmlformats.org/officeDocument/2006/relationships/font" Target="/ppt/fonts/font3.dat" Id="R5b4cc128ab714bdf" /><Relationship Type="http://schemas.openxmlformats.org/officeDocument/2006/relationships/font" Target="/ppt/fonts/font4.dat" Id="Rd46ad3256c9f4ef7" /><Relationship Type="http://schemas.openxmlformats.org/officeDocument/2006/relationships/slide" Target="/ppt/slides/slide1.xml" Id="Rf84dba4c155f472b" /><Relationship Type="http://schemas.openxmlformats.org/officeDocument/2006/relationships/slide" Target="/ppt/slides/slide2.xml" Id="R63190aa712af474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88102a30a6b4aa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b528fe8b23d4d03" /><Relationship Type="http://schemas.openxmlformats.org/officeDocument/2006/relationships/notesMaster" Target="/ppt/notesMasters/notesMaster1.xml" Id="R9da87eefa9df43a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d87f8a89e1b43e9" /><Relationship Type="http://schemas.openxmlformats.org/officeDocument/2006/relationships/notesMaster" Target="/ppt/notesMasters/notesMaster1.xml" Id="R110a941782cb458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Modelo: Qwen/Qwen2.5-Coder-7B-Instruct. Se conserva el prefijo, se fuerza top-2 en una posición y se continúa greedy. Lookahead de 12 tokens incluyendo la decisión forzada. El lookahead sirve para ordenar y no determina éxito. Imagen esquemática generada con la herramienta integrada de imágenes. Fuente: experiments-2.ipynb del usuario y pestaña Metodología de https://docs.google.com/spreadsheets/d/1M5npFrFTIBJVB8QdpX9CXVhdMSO4l4Apd48I37OHDeE/edit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Fuente: pestañas Resumen, Presupuesto y Metodología de https://docs.google.com/spreadsheets/d/1M5npFrFTIBJVB8QdpX9CXVhdMSO4l4Apd48I37OHDeE/edit . Consulta 7 septiembre 2026. 20 problemas fallidos con baseline greedy. Con k=5: semántico 10/20, entropía 10/20, margen 10/20 y aleatorio 6/20. Resultado preliminar, no afirmación de significancia. Con k=1: semántico 5, entropía 8, margen 6, azar 4. No se ejecutó HumanEval+. Igual número de ramas no implica igual costo total. HumanEval/26 excluido por desarrollo.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17c5f8a3f64e2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12bd079ce1446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27fd96a4b2410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30364635f741e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e410ce3d944c8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0aa49674f749d2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62b778e6b74219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0e1da034c34b01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d1222dff5814106" /><Relationship Type="http://schemas.openxmlformats.org/officeDocument/2006/relationships/slideLayout" Target="/ppt/slideLayouts/slideLayout1.xml" Id="R4e57a57c6ba44b19" /><Relationship Type="http://schemas.openxmlformats.org/officeDocument/2006/relationships/slideLayout" Target="/ppt/slideLayouts/slideLayout2.xml" Id="Rbf93b853122b447f" /><Relationship Type="http://schemas.openxmlformats.org/officeDocument/2006/relationships/slideLayout" Target="/ppt/slideLayouts/slideLayout3.xml" Id="R43e212c253974abb" /><Relationship Type="http://schemas.openxmlformats.org/officeDocument/2006/relationships/slideLayout" Target="/ppt/slideLayouts/slideLayout4.xml" Id="R91d39850208f44bc" /><Relationship Type="http://schemas.openxmlformats.org/officeDocument/2006/relationships/slideLayout" Target="/ppt/slideLayouts/slideLayout5.xml" Id="Rbafafb809f6e4797" /><Relationship Type="http://schemas.openxmlformats.org/officeDocument/2006/relationships/slideLayout" Target="/ppt/slideLayouts/slideLayout6.xml" Id="Ra446164cab5d4eb2" /><Relationship Type="http://schemas.openxmlformats.org/officeDocument/2006/relationships/slideLayout" Target="/ppt/slideLayouts/slideLayout7.xml" Id="R74c8da94aad44587" /><Relationship Type="http://schemas.openxmlformats.org/officeDocument/2006/relationships/slideLayout" Target="/ppt/slideLayouts/slideLayout8.xml" Id="Ra9eb7263021446a5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e57a57c6ba44b19"/>
    <p:sldLayoutId xmlns:r="http://schemas.openxmlformats.org/officeDocument/2006/relationships" id="2147483650" r:id="Rbf93b853122b447f"/>
    <p:sldLayoutId xmlns:r="http://schemas.openxmlformats.org/officeDocument/2006/relationships" id="2147483651" r:id="R43e212c253974abb"/>
    <p:sldLayoutId xmlns:r="http://schemas.openxmlformats.org/officeDocument/2006/relationships" id="2147483652" r:id="R91d39850208f44bc"/>
    <p:sldLayoutId xmlns:r="http://schemas.openxmlformats.org/officeDocument/2006/relationships" id="2147483653" r:id="Rbafafb809f6e4797"/>
    <p:sldLayoutId xmlns:r="http://schemas.openxmlformats.org/officeDocument/2006/relationships" id="2147483654" r:id="Ra446164cab5d4eb2"/>
    <p:sldLayoutId xmlns:r="http://schemas.openxmlformats.org/officeDocument/2006/relationships" id="2147483655" r:id="R74c8da94aad44587"/>
    <p:sldLayoutId xmlns:r="http://schemas.openxmlformats.org/officeDocument/2006/relationships" id="2147483656" r:id="Ra9eb7263021446a5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9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496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d0aa79156b547b8" /><Relationship Type="http://schemas.openxmlformats.org/officeDocument/2006/relationships/image" Target="/ppt/media/image.png" Id="R09062685553d414c" /><Relationship Type="http://schemas.openxmlformats.org/officeDocument/2006/relationships/notesSlide" Target="/ppt/notesSlides/notesSlide1.xml" Id="R30b7ca40d3e3494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109ffccbdba4651" /><Relationship Type="http://schemas.openxmlformats.org/officeDocument/2006/relationships/chart" Target="/ppt/slides/charts/chart1.xml" Id="Rbc8bbd9b089b4282" /><Relationship Type="http://schemas.openxmlformats.org/officeDocument/2006/relationships/notesSlide" Target="/ppt/notesSlides/notesSlide2.xml" Id="R166534180d8c455c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Problemas recuperados</c:v>
          </c:tx>
          <c:spPr>
            <a:solidFill xmlns:a="http://schemas.openxmlformats.org/drawingml/2006/main">
              <a:srgbClr val="3D8DFF"/>
            </a:solidFill>
          </c:spPr>
          <c:cat>
            <c:strRef>
              <c:f>'Chart Data'!$A$2:$A$5</c:f>
              <c:strCache>
                <c:ptCount val="4"/>
                <c:pt idx="0">
                  <c:v>Aleatorio</c:v>
                </c:pt>
                <c:pt idx="1">
                  <c:v>Semántico</c:v>
                </c:pt>
                <c:pt idx="2">
                  <c:v>Entropía</c:v>
                </c:pt>
                <c:pt idx="3">
                  <c:v>Margen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6</c:v>
                </c:pt>
                <c:pt idx="1">
                  <c:v>10</c:v>
                </c:pt>
                <c:pt idx="2">
                  <c:v>10</c:v>
                </c:pt>
                <c:pt idx="3">
                  <c:v>10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AD75FED6-38D0-DE9C-92C0-6E7FA635581C}" type="slidenum">
              <a:t>1</a:t>
            </a:fld>
            <a:endParaRPr/>
          </a:p>
        </p:txBody>
      </p:sp>
      <p:pic>
        <p:nvPicPr>
          <p:cNvPr id="5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062685553d414c"/>
          <a:stretch xmlns:a="http://schemas.openxmlformats.org/drawingml/2006/main"/>
        </p:blipFill>
        <p:spPr>
          <a:xfrm xmlns:a="http://schemas.openxmlformats.org/drawingml/2006/main">
            <a:off x="1094114" y="1714500"/>
            <a:ext cx="10003772" cy="4000500"/>
          </a:xfrm>
          <a:prstGeom xmlns:a="http://schemas.openxmlformats.org/drawingml/2006/main" prst="rect">
            <a:avLst/>
          </a:prstGeom>
        </p:spPr>
      </p:pic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9224213D-7F09-4AF1-BBE6-285DE9737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200150"/>
            <a:ext cx="11410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Conservar el prefijo, cambiar una decisión, continuar.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93AC5E62-02BF-4787-81DC-F7D92F5C3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00775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Matías Adolfo Koroch</a:t>
            </a:r>
          </a:p>
        </p:txBody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D513C749-C817-418A-A6CB-CF9F645EA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829300"/>
            <a:ext cx="2647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Esquema del método</a:t>
            </a:r>
          </a:p>
        </p:txBody>
      </p:sp>
    </p:spTree>
    <p:extLst>
      <p:ext uri="{BB962C8B-B14F-4D97-AF65-F5344CB8AC3E}">
        <p14:creationId xmlns:p14="http://schemas.microsoft.com/office/powerpoint/2010/main" val="54622172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E2598689-54C9-18A7-3A19-ED76AA08988F}" type="slidenum">
              <a:t>2</a:t>
            </a:fld>
            <a:endParaRPr/>
          </a:p>
        </p:txBody>
      </p:sp>
      <p:sp>
        <p:nvSpPr>
          <p:cNvPr id="533" name="">
            <a:extLst xmlns:a="http://schemas.openxmlformats.org/drawingml/2006/main">
              <a:ext uri="{FF2B5EF4-FFF2-40B4-BE49-F238E27FC236}">
                <a16:creationId xmlns:a16="http://schemas.microsoft.com/office/drawing/2014/main" id="{E8A7DB88-EBBD-4693-94BF-AA3AAB829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209675"/>
            <a:ext cx="11410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Generaciones inicialmente fallidas · Hasta 5 ramas completas por problema</a:t>
            </a:r>
          </a:p>
        </p:txBody>
      </p:sp>
      <p:graphicFrame>
        <p:nvGraphicFramePr>
          <p:cNvPr id="539" name="Chart"/>
          <p:cNvGraphicFramePr/>
          <p:nvPr/>
        </p:nvGraphicFramePr>
        <p:xfrm>
          <a:off xmlns:a="http://schemas.openxmlformats.org/drawingml/2006/main" x="619125" y="1885950"/>
          <a:ext xmlns:a="http://schemas.openxmlformats.org/drawingml/2006/main" cx="10668000" cy="3095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c8bbd9b089b4282"/>
          </a:graphicData>
        </a:graphic>
      </p:graphicFrame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68DB21FF-BBEC-4BB1-8D8C-6E75DFB8E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229225"/>
            <a:ext cx="114109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rPr>
              <a:t>El selector semántico supera al azar en esta muestra,</a:t>
            </a:r>
          </a:p>
          <a:p xmlns:a="http://schemas.openxmlformats.org/drawingml/2006/main">
            <a:pPr>
              <a:defRPr sz="22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rPr>
              <a:t>pero empata con entropía y margen.</a:t>
            </a:r>
          </a:p>
        </p:txBody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EB5211AE-CAB4-4DE0-A59B-07BCAE674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674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Tests base de HumanEval. Pendiente: HumanEval+ y costo total.</a:t>
            </a:r>
          </a:p>
        </p:txBody>
      </p:sp>
    </p:spTree>
    <p:extLst>
      <p:ext uri="{BB962C8B-B14F-4D97-AF65-F5344CB8AC3E}">
        <p14:creationId xmlns:p14="http://schemas.microsoft.com/office/powerpoint/2010/main" val="546221724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2026-09-07T19:23:05.3000000Z</dcterms:created>
  <dcterms:modified xsi:type="dcterms:W3CDTF">2026-09-07T19:23:05.3000000Z</dcterms:modified>
</coreProperties>
</file>